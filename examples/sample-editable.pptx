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2501" y="992605"/>
            <a:ext cx="5050845" cy="4421605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Times New Roman"/>
              </a:defRPr>
            </a:pPr>
            <a:r>
              <a:t>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18348" y="992605"/>
            <a:ext cx="5050845" cy="4421605"/>
          </a:xfrm>
          <a:prstGeom prst="roundRect">
            <a:avLst/>
          </a:prstGeom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Times New Roman"/>
              </a:defRPr>
            </a:pPr>
            <a:r>
              <a:t>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32085" y="1714499"/>
            <a:ext cx="1828754" cy="721894"/>
          </a:xfrm>
          <a:prstGeom prst="roundRect">
            <a:avLst/>
          </a:prstGeom>
          <a:solidFill>
            <a:srgbClr val="FFFF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Times New Roman"/>
              </a:defRPr>
            </a:pPr>
            <a:r>
              <a:t>Input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396257" y="1714499"/>
            <a:ext cx="1828754" cy="721894"/>
          </a:xfrm>
          <a:prstGeom prst="rect">
            <a:avLst/>
          </a:prstGeom>
          <a:solidFill>
            <a:srgbClr val="FFFF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Times New Roman"/>
              </a:defRPr>
            </a:pPr>
            <a:r>
              <a:t>Build model</a:t>
            </a:r>
          </a:p>
        </p:txBody>
      </p:sp>
      <p:sp>
        <p:nvSpPr>
          <p:cNvPr id="6" name="Diamond 5"/>
          <p:cNvSpPr/>
          <p:nvPr/>
        </p:nvSpPr>
        <p:spPr>
          <a:xfrm>
            <a:off x="3396257" y="3248526"/>
            <a:ext cx="1915837" cy="1082842"/>
          </a:xfrm>
          <a:prstGeom prst="diamond">
            <a:avLst/>
          </a:prstGeom>
          <a:solidFill>
            <a:srgbClr val="FFFF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Times New Roman"/>
              </a:defRPr>
            </a:pPr>
            <a:r>
              <a:t>Constraints satisfied?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2100" y="1714499"/>
            <a:ext cx="1828754" cy="721894"/>
          </a:xfrm>
          <a:prstGeom prst="rect">
            <a:avLst/>
          </a:prstGeom>
          <a:solidFill>
            <a:srgbClr val="FFFF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latin typeface="Times New Roman"/>
              </a:defRPr>
            </a:pPr>
            <a:r>
              <a:t>Validate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92105" y="1714499"/>
            <a:ext cx="1654587" cy="721894"/>
          </a:xfrm>
          <a:prstGeom prst="roundRect">
            <a:avLst/>
          </a:prstGeom>
          <a:solidFill>
            <a:srgbClr val="FFFF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Times New Roman"/>
              </a:defRPr>
            </a:pPr>
            <a:r>
              <a:t>Final result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46463" y="2075447"/>
            <a:ext cx="2264172" cy="0"/>
          </a:xfrm>
          <a:prstGeom prst="bentConnector3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10635" y="2075447"/>
            <a:ext cx="43541" cy="1714500"/>
          </a:xfrm>
          <a:prstGeom prst="bentConnector3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354176" y="2075447"/>
            <a:ext cx="3962301" cy="1714500"/>
          </a:xfrm>
          <a:prstGeom prst="bentConnector3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16477" y="2075447"/>
            <a:ext cx="2002921" cy="0"/>
          </a:xfrm>
          <a:prstGeom prst="bentConnector3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4310635" y="2075447"/>
            <a:ext cx="43541" cy="1714500"/>
          </a:xfrm>
          <a:prstGeom prst="bentConnector3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